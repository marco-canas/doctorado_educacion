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94"/>
  </p:normalViewPr>
  <p:slideViewPr>
    <p:cSldViewPr snapToGrid="0">
      <p:cViewPr varScale="1">
        <p:scale>
          <a:sx n="78" d="100"/>
          <a:sy n="78" d="100"/>
        </p:scale>
        <p:origin x="78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DA38D8-1266-7CF9-2D23-08615CBB6C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FA641BB-1720-F0C0-D65D-817969A7D5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FFF3DBD-0CF3-4F91-106B-B67695741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33E74-88D5-BE49-874E-DE14DD0E078D}" type="datetimeFigureOut">
              <a:rPr lang="es-MX" smtClean="0"/>
              <a:t>28/04/2026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4B3870D-BD0F-56E3-6796-073ECFFB8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B3D632E-DED3-8653-CE70-160E32CAA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D6C99-D197-1E41-8587-4874D04D814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36251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228B1C-5CB8-03AB-B387-65D3F1B5C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B572484-AECA-B2DB-85F8-1357097F92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784DFF8-2C51-CA75-4350-56577BA44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33E74-88D5-BE49-874E-DE14DD0E078D}" type="datetimeFigureOut">
              <a:rPr lang="es-MX" smtClean="0"/>
              <a:t>28/04/2026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571A17D-8F4B-6965-D583-7B35B40DE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19DA737-FDDB-934F-D1C1-F854AC8AE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D6C99-D197-1E41-8587-4874D04D814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35023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7FA664-E193-C7BD-9A9B-36C4AD43F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05C9420-AFD0-C99E-BF76-976D65638B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1D547AC-08C6-B9A2-6501-B98C105BF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33E74-88D5-BE49-874E-DE14DD0E078D}" type="datetimeFigureOut">
              <a:rPr lang="es-MX" smtClean="0"/>
              <a:t>28/04/2026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44DD610-A8B9-BD92-E700-802DCC27E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4A4ADCF-D7D3-6429-B061-4FDB2DEB7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D6C99-D197-1E41-8587-4874D04D814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50154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504CE9-A91D-8E40-B71E-6D0932CC9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92FD1EA-B814-0478-C31C-8EAC245898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C2F563E-9F62-CF96-4B98-BB07C7502D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DF49A08-CF52-500C-E698-C90CF143F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33E74-88D5-BE49-874E-DE14DD0E078D}" type="datetimeFigureOut">
              <a:rPr lang="es-MX" smtClean="0"/>
              <a:t>28/04/2026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7F5A7E2-466C-1695-C7FC-DEFF36FA0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3DDA0D9-E594-83C9-6BE0-B71791B84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D6C99-D197-1E41-8587-4874D04D814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960144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7EF9FF-A1BB-D924-5518-57DDE42A6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470AE0E-71F2-097F-BFFA-7E3F435C79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0DF4E7C-6D04-DF38-C9B6-0E5523EF4D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38AD05B-D7A6-1ED9-2607-9ADD859718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797D7D4-2ECB-40B0-98FF-84807EB76F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34CF7BB-3776-4712-7B3B-6564B8F02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33E74-88D5-BE49-874E-DE14DD0E078D}" type="datetimeFigureOut">
              <a:rPr lang="es-MX" smtClean="0"/>
              <a:t>28/04/2026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F47B214-DA8A-7B76-2CB4-038401264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B5B529F-9F7B-A42E-24EC-C65F016F1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D6C99-D197-1E41-8587-4874D04D814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84219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93AA00-845F-AD76-E425-C971B655D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95FD71F-DAD4-6244-70D5-9F00C8CB6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33E74-88D5-BE49-874E-DE14DD0E078D}" type="datetimeFigureOut">
              <a:rPr lang="es-MX" smtClean="0"/>
              <a:t>28/04/2026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4611BE7-D733-A270-9225-743466C34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33E251C-085E-47AE-5DA1-B6EC52B83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D6C99-D197-1E41-8587-4874D04D814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38390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C6D99E5-DE0A-217C-D006-C187B2EF3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33E74-88D5-BE49-874E-DE14DD0E078D}" type="datetimeFigureOut">
              <a:rPr lang="es-MX" smtClean="0"/>
              <a:t>28/04/2026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B81151E-57A2-64F6-1BF4-D7C8CD411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D0C155B-AE61-31CC-2212-20C9388C4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D6C99-D197-1E41-8587-4874D04D814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25453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59307D-3885-F053-4BCB-1BC7E83BD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0C457A0-BFE8-DB8C-F6F1-25EC19F10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8CFD805-6FF4-EF0E-C386-57E60E01D2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1BA1D85-6F0A-D85F-DA29-57342B00E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33E74-88D5-BE49-874E-DE14DD0E078D}" type="datetimeFigureOut">
              <a:rPr lang="es-MX" smtClean="0"/>
              <a:t>28/04/2026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1ECA0D0-16F3-DB99-D877-20E5DFED6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056746B-7CD0-0347-37E5-073EB6DDA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D6C99-D197-1E41-8587-4874D04D814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57095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211DFA-4D9F-FF22-8482-984F2547E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CED29E0-CA3D-E312-E1C5-9AF2CA3998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A1F3AD8-8174-73BB-0451-33FC1C4825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161D9FE-1B1C-2572-0D82-CDE908072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33E74-88D5-BE49-874E-DE14DD0E078D}" type="datetimeFigureOut">
              <a:rPr lang="es-MX" smtClean="0"/>
              <a:t>28/04/2026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119134A-4388-F93E-AC96-0464E386F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192CC50-720B-0E67-BFC1-4C8AE1701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D6C99-D197-1E41-8587-4874D04D814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741722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C452C0-1D7E-767D-35D6-C366D7241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BEC6720-F73C-7311-3172-08039AE521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967233C-AE39-FC7B-EC03-FCA156BA9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33E74-88D5-BE49-874E-DE14DD0E078D}" type="datetimeFigureOut">
              <a:rPr lang="es-MX" smtClean="0"/>
              <a:t>28/04/2026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1287B03-8537-2A88-D063-C5524C4A1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A3D0314-F5DC-6084-1E48-DE5EC6689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D6C99-D197-1E41-8587-4874D04D814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07188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10C50E3-A7EE-5FBC-0F13-6EA3A348ED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351CBD8-D55C-DE11-6584-334BCFBBB9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E934755-4206-DF42-E63F-7604A0769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33E74-88D5-BE49-874E-DE14DD0E078D}" type="datetimeFigureOut">
              <a:rPr lang="es-MX" smtClean="0"/>
              <a:t>28/04/2026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7B9EF4C-C477-0684-6D60-F81234DE5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AC3370-8416-F9DB-8F02-54DC55FA6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D6C99-D197-1E41-8587-4874D04D814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62254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35E5C41-F706-611E-DCE3-A4FD204C4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AAE3902-AFB3-6845-B4B3-736CA791C3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2F38244-38D5-0B7D-0103-F2EE030885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333E74-88D5-BE49-874E-DE14DD0E078D}" type="datetimeFigureOut">
              <a:rPr lang="es-MX" smtClean="0"/>
              <a:t>28/04/2026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78E4257-D8AA-30D6-478F-396BEFA6F6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5312CB9-8CB5-95CA-A9B3-ED25A70B9E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3D6C99-D197-1E41-8587-4874D04D814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50032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757812-8957-947F-22D6-9C74760E7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EE4A83F-ED06-3E53-DD9D-BF1FB9A55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991B33B-B012-B95A-4616-AAB654F3DD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DEAF04AD-2B67-4E93-F040-2C4289C2E0FC}"/>
              </a:ext>
            </a:extLst>
          </p:cNvPr>
          <p:cNvSpPr txBox="1"/>
          <p:nvPr/>
        </p:nvSpPr>
        <p:spPr>
          <a:xfrm>
            <a:off x="3008671" y="866855"/>
            <a:ext cx="6174658" cy="464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b="1" dirty="0">
                <a:solidFill>
                  <a:schemeClr val="bg1"/>
                </a:solidFill>
              </a:rPr>
              <a:t>DCE CURSO DE INDUCCIÓN GW</a:t>
            </a:r>
            <a:endParaRPr lang="es-CO" dirty="0">
              <a:solidFill>
                <a:schemeClr val="bg1"/>
              </a:solidFill>
            </a:endParaRPr>
          </a:p>
          <a:p>
            <a:pPr algn="ctr"/>
            <a:r>
              <a:rPr lang="es-MX" b="1" dirty="0">
                <a:solidFill>
                  <a:schemeClr val="bg1"/>
                </a:solidFill>
              </a:rPr>
              <a:t> </a:t>
            </a:r>
            <a:endParaRPr lang="es-CO" dirty="0">
              <a:solidFill>
                <a:schemeClr val="bg1"/>
              </a:solidFill>
            </a:endParaRPr>
          </a:p>
          <a:p>
            <a:pPr algn="ctr"/>
            <a:r>
              <a:rPr lang="es-MX" dirty="0">
                <a:solidFill>
                  <a:schemeClr val="bg1"/>
                </a:solidFill>
              </a:rPr>
              <a:t>NOMBRE DE LA MATERIA</a:t>
            </a:r>
            <a:endParaRPr lang="es-CO" dirty="0">
              <a:solidFill>
                <a:schemeClr val="bg1"/>
              </a:solidFill>
            </a:endParaRPr>
          </a:p>
          <a:p>
            <a:r>
              <a:rPr lang="es-MX" dirty="0"/>
              <a:t> </a:t>
            </a:r>
            <a:endParaRPr lang="es-CO" dirty="0"/>
          </a:p>
          <a:p>
            <a:r>
              <a:rPr lang="es-MX" b="1" dirty="0"/>
              <a:t> </a:t>
            </a:r>
            <a:endParaRPr lang="es-CO" dirty="0"/>
          </a:p>
          <a:p>
            <a:pPr algn="ctr"/>
            <a:r>
              <a:rPr lang="es-MX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Presentación de visión, misión y valores de la universidad</a:t>
            </a:r>
            <a:endParaRPr lang="es-CO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MX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UNIDAD (1)</a:t>
            </a:r>
            <a:endParaRPr lang="es-CO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s-E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s-E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E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Marco Julio Cañas Campillo</a:t>
            </a:r>
          </a:p>
          <a:p>
            <a:pPr algn="ctr"/>
            <a:r>
              <a:rPr lang="es-MX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MATRÍCULA</a:t>
            </a:r>
            <a:endParaRPr lang="es-CO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MX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153042</a:t>
            </a:r>
            <a:endParaRPr lang="es-CO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s-E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MX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Wendy Gabriela Aguilar Campo</a:t>
            </a:r>
            <a:endParaRPr lang="es-CO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</a:t>
            </a:r>
            <a:r>
              <a:rPr lang="es-MX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Tutor</a:t>
            </a:r>
            <a:endParaRPr lang="es-CO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86418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0059C-C5D1-58C0-D451-25B35B289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0CD7B2-E4A3-1CB7-F487-AAAC79779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4AC6F5-E31E-BBC3-D61A-00C9C164E1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BE0FE46-C88E-BB03-F4BA-0EA6CCD8F5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0823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49534-F57F-F6E7-30D7-F57B69B8A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C7157A-03F9-7789-E9AF-325A51A6F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9C3FE47-9A87-3E8B-0C18-6A16126158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2040112-4EF5-0760-52F7-6B1B78A123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36788"/>
            <a:ext cx="12257400" cy="6894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143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6B29E-B509-E317-E769-1ACA4AA4F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BC47DC-4EE9-05AE-6F06-92DF9CADA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267E0AF-BA4F-DE11-5314-92AE2C4DE6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D439822-DBE3-81EE-25BA-91551CFE5F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66000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38</Words>
  <Application>Microsoft Office PowerPoint</Application>
  <PresentationFormat>Panorámica</PresentationFormat>
  <Paragraphs>15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ANTONIO DE JESUS ZAMARRIPA DE LUNA</dc:creator>
  <cp:lastModifiedBy>MARCO JULIO CANAS CAMPILLO</cp:lastModifiedBy>
  <cp:revision>5</cp:revision>
  <dcterms:created xsi:type="dcterms:W3CDTF">2025-08-28T18:52:00Z</dcterms:created>
  <dcterms:modified xsi:type="dcterms:W3CDTF">2026-04-29T02:42:28Z</dcterms:modified>
</cp:coreProperties>
</file>